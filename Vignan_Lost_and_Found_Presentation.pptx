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1B4B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0" lIns="731520"/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🎓 VIGNAN UNIVERSITY MINI PROJECT</a:t>
            </a:r>
          </a:p>
          <a:p>
            <a:pPr algn="ctr">
              <a:defRPr sz="3600" b="1">
                <a:solidFill>
                  <a:srgbClr val="FFFFFF"/>
                </a:solidFill>
              </a:defRPr>
            </a:pPr>
            <a:r>
              <a:t>Vignan Lost &amp; Found Student Portal</a:t>
            </a:r>
          </a:p>
          <a:p>
            <a:pPr algn="ctr">
              <a:defRPr sz="1800" i="1">
                <a:solidFill>
                  <a:srgbClr val="6366F1"/>
                </a:solidFill>
              </a:defRPr>
            </a:pPr>
            <a:r>
              <a:t>A Centralized Digital Campus Item Recovery Network</a:t>
            </a:r>
          </a:p>
          <a:p>
            <a:br/>
            <a:pPr algn="ctr">
              <a:defRPr sz="1400">
                <a:solidFill>
                  <a:srgbClr val="FFFFFF"/>
                </a:solidFill>
              </a:defRPr>
            </a:pPr>
            <a:r>
              <a:t>Department of Computer Science &amp; Engineering</a:t>
            </a:r>
            <a:br/>
            <a:r>
              <a:t>Vignan's Foundation for Science, Technology &amp; Research (VFSTR)</a:t>
            </a:r>
            <a:br/>
            <a:r>
              <a:t>Tech Stack: React 19 + Vite | Node.js | Express | MongoDB Atlas | Nodemailer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1100" b="1">
                <a:solidFill>
                  <a:srgbClr val="6366F1"/>
                </a:solidFill>
                <a:latin typeface="Calibri"/>
              </a:defRPr>
            </a:pPr>
            <a:r>
              <a:t>VIGNAN LOST &amp; FOUND STUDENT PORTAL</a:t>
            </a:r>
          </a:p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Slide 2: Problem Statement &amp; Proposed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365760"/>
          <a:lstStyle/>
          <a:p>
            <a:pPr algn="ctr">
              <a:defRPr sz="2000" b="1">
                <a:solidFill>
                  <a:srgbClr val="E11D48"/>
                </a:solidFill>
              </a:defRPr>
            </a:pPr>
            <a:r>
              <a:t>❌ Existing Manual Challenges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• Unorganized notice boards and informal chat groups.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• Delayed communication leading to lost items never being recovered.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• No ownership verification mechanism for claimed items.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• Lack of progress tracking for lost item inquiries.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365760"/>
          <a:lstStyle/>
          <a:p>
            <a:pPr algn="ctr">
              <a:defRPr sz="2000" b="1">
                <a:solidFill>
                  <a:srgbClr val="6366F1"/>
                </a:solidFill>
              </a:defRPr>
            </a:pPr>
            <a:r>
              <a:t>✅ Proposed Vignan Portal Solution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• Single centralized web portal accessible by all Vignan students.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• Automated Smart Match Engine cross-referencing Lost &amp; Found items.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• Instant Nodemailer email notifications dispatched upon match.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• Secure student authentication &amp; verified profile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1100" b="1">
                <a:solidFill>
                  <a:srgbClr val="6366F1"/>
                </a:solidFill>
                <a:latin typeface="Calibri"/>
              </a:defRPr>
            </a:pPr>
            <a:r>
              <a:t>VIGNAN LOST &amp; FOUND STUDENT PORTAL</a:t>
            </a:r>
          </a:p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Slide 3: System Architecture &amp; Technology Stack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762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Architecture Layer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Technologies &amp; Purpose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Frontend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React 19 + Vite 8, Vanilla CSS3 (Glassmorphic Theme, Mobile Breakpoints)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Backend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Node.js + Express 5 REST API Services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Database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MongoDB Atlas Cloud, Mongoose 9 ODM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Notification &amp; 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Nodemailer (Automated Email Alerts), Multer (Image Uploads)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Security &amp; 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JWT (JSON Web Tokens), bcryptjs Password Hashing, Server .env Isolation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1100" b="1">
                <a:solidFill>
                  <a:srgbClr val="6366F1"/>
                </a:solidFill>
                <a:latin typeface="Calibri"/>
              </a:defRPr>
            </a:pPr>
            <a:r>
              <a:t>VIGNAN LOST &amp; FOUND STUDENT PORTAL</a:t>
            </a:r>
          </a:p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Slide 4: Key Features &amp; Smart Match Algorithm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365760"/>
          <a:lstStyle/>
          <a:p>
            <a:pPr algn="ctr">
              <a:defRPr sz="1800" b="1">
                <a:solidFill>
                  <a:srgbClr val="6366F1"/>
                </a:solidFill>
              </a:defRPr>
            </a:pPr>
            <a:r>
              <a:t>👤 Student Auth &amp; Profile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JWT login/register with custom student photo avatar uploads.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365760"/>
          <a:lstStyle/>
          <a:p>
            <a:pPr algn="ctr">
              <a:defRPr sz="1800" b="1">
                <a:solidFill>
                  <a:srgbClr val="A855F7"/>
                </a:solidFill>
              </a:defRPr>
            </a:pPr>
            <a:r>
              <a:t>📦 Report Lost &amp; Found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Categorized item reporting with location, date, description &amp; photos.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365760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🤝 Smart Match Engine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Real-time correlation algorithm matching lost &amp; found reports instantly.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365760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🔒 Status Tracking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Item lifecycle management: Active, Matched, and Returned status.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1100" b="1">
                <a:solidFill>
                  <a:srgbClr val="6366F1"/>
                </a:solidFill>
                <a:latin typeface="Calibri"/>
              </a:defRPr>
            </a:pPr>
            <a:r>
              <a:t>VIGNAN LOST &amp; FOUND STUDENT PORTAL</a:t>
            </a:r>
          </a:p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Slide 5: Automated Email Alerts &amp; Mobile Responsiveness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365760"/>
          <a:lstStyle/>
          <a:p>
            <a:pPr algn="ctr">
              <a:defRPr sz="2000" b="1">
                <a:solidFill>
                  <a:srgbClr val="6366F1"/>
                </a:solidFill>
              </a:defRPr>
            </a:pPr>
            <a:r>
              <a:t>📧 Email Notification System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• Nodemailer integration for reliable SMTP email delivery.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• Confirmation Email: Triggered immediately when a report is submitted.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• Smart Match Email: Dispatched to item owner when a potential match is found.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• Professional HTML email templates with student and item details.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365760"/>
          <a:lstStyle/>
          <a:p>
            <a:pPr algn="ctr">
              <a:defRPr sz="2000" b="1">
                <a:solidFill>
                  <a:srgbClr val="A855F7"/>
                </a:solidFill>
              </a:defRPr>
            </a:pPr>
            <a:r>
              <a:t>📱 Mobile &amp; Phone Screen Optimization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• Slide-down Hamburger Navigation Menu (☰) on mobile screens.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• Frameless 3D rotating magnifying glass animation above portal title.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• Full 100% HD daytime campus background underlay with college students.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• Stacked touch-friendly action buttons with zero horizontal scroll.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E1B4B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7200" lIns="5486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Slide 6: Verification, Security &amp; Project Conclusion</a:t>
            </a:r>
          </a:p>
          <a:p>
            <a:br/>
            <a:pPr>
              <a:defRPr sz="1500">
                <a:solidFill>
                  <a:srgbClr val="FFFFFF"/>
                </a:solidFill>
              </a:defRPr>
            </a:pPr>
            <a:r>
              <a:t>✔ Security: Passwords hashed via bcryptjs; stateless authentication enforced using JWT Bearer tokens.</a:t>
            </a:r>
          </a:p>
          <a:p>
            <a:br/>
            <a:pPr>
              <a:defRPr sz="1500">
                <a:solidFill>
                  <a:srgbClr val="FFFFFF"/>
                </a:solidFill>
              </a:defRPr>
            </a:pPr>
            <a:r>
              <a:t>✔ Build Verification: Passed 100% clean production build with Vite in 200ms-390ms (0 errors).</a:t>
            </a:r>
          </a:p>
          <a:p>
            <a:br/>
            <a:pPr>
              <a:defRPr sz="1500">
                <a:solidFill>
                  <a:srgbClr val="FFFFFF"/>
                </a:solidFill>
              </a:defRPr>
            </a:pPr>
            <a:r>
              <a:t>✔ Deployment: Code fully committed and pushed to GitHub main repository.</a:t>
            </a:r>
          </a:p>
          <a:p>
            <a:br/>
            <a:pPr>
              <a:defRPr sz="1500">
                <a:solidFill>
                  <a:srgbClr val="FFFFFF"/>
                </a:solidFill>
              </a:defRPr>
            </a:pPr>
            <a:r>
              <a:t>✔ Impact: Replaces manual notice boards with an automated, instant digital campus recovery network.</a:t>
            </a:r>
          </a:p>
          <a:p>
            <a:br/>
            <a:pPr algn="ctr">
              <a:defRPr sz="2000" b="1">
                <a:solidFill>
                  <a:srgbClr val="A855F7"/>
                </a:solidFill>
              </a:defRPr>
            </a:pPr>
            <a:r>
              <a:t>Thank You! Open for Questions &amp; Live Demonstration 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